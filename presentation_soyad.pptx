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Earnings sonrası getiri tahmini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Earnings sonrası getiri tahmini — özet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 ve hedef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yfinance panel</a:t>
            </a:r>
          </a:p>
          <a:p>
            <a:pPr>
              <a:defRPr sz="1800"/>
            </a:pPr>
            <a:r>
              <a:t>7 işgünü horizon</a:t>
            </a:r>
          </a:p>
          <a:p>
            <a:pPr>
              <a:defRPr sz="1800"/>
            </a:pPr>
            <a:r>
              <a:t>Özellikler giriş öncesi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Korelasyon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1–24 ay takvim pencereleri</a:t>
            </a:r>
          </a:p>
          <a:p>
            <a:pPr>
              <a:defRPr sz="1800"/>
            </a:pPr>
            <a:r>
              <a:t>Isı haritası + 1y/2y clustermap</a:t>
            </a:r>
          </a:p>
          <a:p>
            <a:pPr>
              <a:defRPr sz="1800"/>
            </a:pPr>
            <a:r>
              <a:t>NVDA–INTC rolling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Linear: FS + Ridge/Lasso/ENet</a:t>
            </a:r>
          </a:p>
          <a:p>
            <a:pPr>
              <a:defRPr sz="1800"/>
            </a:pPr>
            <a:r>
              <a:t>LDA / QDA / Gaussian NB (zaman serisi CV, ROC-AUC)</a:t>
            </a:r>
          </a:p>
          <a:p>
            <a:pPr>
              <a:defRPr sz="1800"/>
            </a:pPr>
            <a:r>
              <a:t>XGB vs LGBM RandomizedSearch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Hedef bazında FS+reg seçimi</a:t>
            </a:r>
          </a:p>
          <a:p>
            <a:pPr>
              <a:defRPr sz="1800"/>
            </a:pPr>
            <a:r>
              <a:t>viz_target grafikleri</a:t>
            </a:r>
          </a:p>
          <a:p>
            <a:pPr>
              <a:defRPr sz="1800"/>
            </a:pPr>
            <a:r>
              <a:t>GBM + multi özet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Tahminler (tüm hisseler)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Tahmin satırı (tüm hedef × olay): 12044</a:t>
            </a:r>
          </a:p>
          <a:p>
            <a:pPr>
              <a:defRPr sz="1800"/>
            </a:pPr>
            <a:r>
              <a:t>Excel: predictions_all + pred_rmse_by_ticker sayfaları</a:t>
            </a:r>
          </a:p>
          <a:p>
            <a:pPr>
              <a:defRPr sz="1800"/>
            </a:pPr>
            <a:r>
              <a:t>Özet: in-sample tahmin; genelleme için CV RMSE tablolarına bakın.</a:t>
            </a:r>
          </a:p>
          <a:p>
            <a:pPr>
              <a:defRPr sz="1800"/>
            </a:pPr>
            <a:r>
              <a:t>Yüksek linear RMSE (örnek): AMD/y_3m=0.3370, NVDA/y_3m=0.2759, MU/y_3m=0.2679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